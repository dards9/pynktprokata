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Автоматизированная информационная система пункта проката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Курсовая работа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Выполнил: __________</a:t>
            </a:r>
          </a:p>
          <a:p>
            <a:pPr>
              <a:defRPr sz="2000"/>
            </a:pPr>
            <a:r>
              <a:t>Руководитель: 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Актуальность 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Ведение учета вручную занимает много времени.</a:t>
            </a:r>
          </a:p>
          <a:p>
            <a:pPr>
              <a:defRPr sz="2000"/>
            </a:pPr>
            <a:r>
              <a:t>• Возможны ошибки при оформлении проката.</a:t>
            </a:r>
          </a:p>
          <a:p>
            <a:pPr>
              <a:defRPr sz="2000"/>
            </a:pPr>
            <a:r>
              <a:t>• Сложно быстро найти нужную информацию.</a:t>
            </a:r>
          </a:p>
          <a:p>
            <a:pPr>
              <a:defRPr sz="2000"/>
            </a:pPr>
            <a:r>
              <a:t>• Автоматизация повышает скорость и качество работы.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Цель: разработать информационную систему для пункта проката оборудования.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Задачи:</a:t>
            </a:r>
          </a:p>
          <a:p>
            <a:pPr>
              <a:defRPr sz="2000"/>
            </a:pPr>
            <a:r>
              <a:t>• разработать базу данных;</a:t>
            </a:r>
          </a:p>
          <a:p>
            <a:pPr>
              <a:defRPr sz="2000"/>
            </a:pPr>
            <a:r>
              <a:t>• создать удобный интерфейс;</a:t>
            </a:r>
          </a:p>
          <a:p>
            <a:pPr>
              <a:defRPr sz="2000"/>
            </a:pPr>
            <a:r>
              <a:t>• реализовать авторизацию;</a:t>
            </a:r>
          </a:p>
          <a:p>
            <a:pPr>
              <a:defRPr sz="2000"/>
            </a:pPr>
            <a:r>
              <a:t>• добавить поиск и работу с данными.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Используемые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Язык C#</a:t>
            </a:r>
          </a:p>
          <a:p>
            <a:pPr>
              <a:defRPr sz="2000"/>
            </a:pPr>
            <a:r>
              <a:t>• Microsoft Visual Studio 2022</a:t>
            </a:r>
          </a:p>
          <a:p>
            <a:pPr>
              <a:defRPr sz="2000"/>
            </a:pPr>
            <a:r>
              <a:t>• Windows Forms</a:t>
            </a:r>
          </a:p>
          <a:p>
            <a:pPr>
              <a:defRPr sz="2000"/>
            </a:pPr>
            <a:r>
              <a:t>• Microsoft Access</a:t>
            </a:r>
          </a:p>
          <a:p>
            <a:pPr>
              <a:defRPr sz="2000"/>
            </a:pPr>
            <a:r>
              <a:t>• ADO.NET</a:t>
            </a:r>
          </a:p>
          <a:p>
            <a:pPr>
              <a:defRPr sz="2000"/>
            </a:pPr>
            <a:r>
              <a:t>•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Структура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База данных содержит таблицы:</a:t>
            </a:r>
          </a:p>
          <a:p>
            <a:pPr>
              <a:defRPr sz="2000"/>
            </a:pPr>
            <a:r>
              <a:t>• Клиенты</a:t>
            </a:r>
          </a:p>
          <a:p>
            <a:pPr>
              <a:defRPr sz="2000"/>
            </a:pPr>
            <a:r>
              <a:t>• Оборудование</a:t>
            </a:r>
          </a:p>
          <a:p>
            <a:pPr>
              <a:defRPr sz="2000"/>
            </a:pPr>
            <a:r>
              <a:t>• Прокат</a:t>
            </a:r>
          </a:p>
          <a:p>
            <a:pPr>
              <a:defRPr sz="2000"/>
            </a:pPr>
            <a:r>
              <a:t>• Пользователи</a:t>
            </a:r>
          </a:p>
          <a:p>
            <a:pPr>
              <a:defRPr sz="2000"/>
            </a:pPr>
            <a:r>
              <a:t>• Категории</a:t>
            </a:r>
          </a:p>
          <a:p>
            <a:pPr>
              <a:defRPr sz="2000"/>
            </a:pPr>
            <a:r>
              <a:t>Все данные хранятся в одном файле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Интерфейс программы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Главное окно программы позволяет:</a:t>
            </a:r>
          </a:p>
          <a:p>
            <a:pPr>
              <a:defRPr sz="2000"/>
            </a:pPr>
            <a:r>
              <a:t>• просматривать таблицы;</a:t>
            </a:r>
          </a:p>
          <a:p>
            <a:pPr>
              <a:defRPr sz="2000"/>
            </a:pPr>
            <a:r>
              <a:t>• переключаться между вкладками;</a:t>
            </a:r>
          </a:p>
          <a:p>
            <a:pPr>
              <a:defRPr sz="2000"/>
            </a:pPr>
            <a:r>
              <a:t>• выполнять поиск;</a:t>
            </a:r>
          </a:p>
          <a:p>
            <a:pPr>
              <a:defRPr sz="2000"/>
            </a:pPr>
            <a:r>
              <a:t>• добавлять, изменять и удалять записи.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➡ Вставьте сюда скриншот программы.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Основные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✔ Авторизация пользователей</a:t>
            </a:r>
          </a:p>
          <a:p>
            <a:pPr>
              <a:defRPr sz="2000"/>
            </a:pPr>
            <a:r>
              <a:t>✔ Регистрация</a:t>
            </a:r>
          </a:p>
          <a:p>
            <a:pPr>
              <a:defRPr sz="2000"/>
            </a:pPr>
            <a:r>
              <a:t>✔ Работа с таблицами</a:t>
            </a:r>
          </a:p>
          <a:p>
            <a:pPr>
              <a:defRPr sz="2000"/>
            </a:pPr>
            <a:r>
              <a:t>✔ Добавление и удаление записей</a:t>
            </a:r>
          </a:p>
          <a:p>
            <a:pPr>
              <a:defRPr sz="2000"/>
            </a:pPr>
            <a:r>
              <a:t>✔ Поиск информации</a:t>
            </a:r>
          </a:p>
          <a:p>
            <a:pPr>
              <a:defRPr sz="2000"/>
            </a:pPr>
            <a:r>
              <a:t>✔ Просмотр свободного оборудования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Права доступа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Администратор:</a:t>
            </a:r>
          </a:p>
          <a:p>
            <a:pPr>
              <a:defRPr sz="2000"/>
            </a:pPr>
            <a:r>
              <a:t>• полный доступ к данным;</a:t>
            </a:r>
          </a:p>
          <a:p>
            <a:pPr>
              <a:defRPr sz="2000"/>
            </a:pPr>
            <a:r>
              <a:t>• управление пользователями.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Пользователь:</a:t>
            </a:r>
          </a:p>
          <a:p>
            <a:pPr>
              <a:defRPr sz="2000"/>
            </a:pPr>
            <a:r>
              <a:t>• просмотр данных;</a:t>
            </a:r>
          </a:p>
          <a:p>
            <a:pPr>
              <a:defRPr sz="2000"/>
            </a:pPr>
            <a:r>
              <a:t>• поиск информации.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Результаты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В результате создана информационная система, которая:</a:t>
            </a:r>
          </a:p>
          <a:p>
            <a:pPr>
              <a:defRPr sz="2000"/>
            </a:pPr>
            <a:r>
              <a:t>• ускоряет работу сотрудников;</a:t>
            </a:r>
          </a:p>
          <a:p>
            <a:pPr>
              <a:defRPr sz="2000"/>
            </a:pPr>
            <a:r>
              <a:t>• уменьшает количество ошибок;</a:t>
            </a:r>
          </a:p>
          <a:p>
            <a:pPr>
              <a:defRPr sz="2000"/>
            </a:pPr>
            <a:r>
              <a:t>• обеспечивает удобное хранение информации;</a:t>
            </a:r>
          </a:p>
          <a:p>
            <a:pPr>
              <a:defRPr sz="2000"/>
            </a:pPr>
            <a:r>
              <a:t>• позволяет быстро находить нужные данные.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Спасибо за внимание!</a:t>
            </a:r>
          </a:p>
          <a:p>
            <a:pPr>
              <a:defRPr sz="2000"/>
            </a:pPr>
            <a:r>
              <a:t>Готов ответить на вопросы.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1148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Место для</a:t>
            </a:r>
          </a:p>
          <a:p>
            <a:pPr algn="ctr">
              <a:defRPr sz="2200"/>
            </a:pPr>
            <a:r>
              <a:t>скриншота</a:t>
            </a:r>
          </a:p>
          <a:p>
            <a:pPr algn="ctr">
              <a:defRPr sz="2200"/>
            </a:pPr>
            <a:r>
              <a:t>или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