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9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69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75E8D-E5C0-9340-A1C0-09ECE4ED1686}"/>
              </a:ext>
            </a:extLst>
          </p:cNvPr>
          <p:cNvSpPr txBox="1">
            <a:spLocks/>
          </p:cNvSpPr>
          <p:nvPr/>
        </p:nvSpPr>
        <p:spPr>
          <a:xfrm>
            <a:off x="1850518" y="1912675"/>
            <a:ext cx="9141619" cy="238697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Автоматизированная информационная система пункта проката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EB9302-4664-77BB-7900-F75086530E03}"/>
              </a:ext>
            </a:extLst>
          </p:cNvPr>
          <p:cNvSpPr txBox="1">
            <a:spLocks/>
          </p:cNvSpPr>
          <p:nvPr/>
        </p:nvSpPr>
        <p:spPr>
          <a:xfrm>
            <a:off x="7962900" y="4463980"/>
            <a:ext cx="4035143" cy="1368837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 31-9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79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Шампаров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Кирилл Михайлович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Шадрина Арина Юрьевна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242B5-757A-346D-0BE0-84D53387B5B8}"/>
              </a:ext>
            </a:extLst>
          </p:cNvPr>
          <p:cNvSpPr txBox="1"/>
          <p:nvPr/>
        </p:nvSpPr>
        <p:spPr>
          <a:xfrm>
            <a:off x="3298199" y="120990"/>
            <a:ext cx="6096016" cy="92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Профессиональное образовательное  частное учреждение</a:t>
            </a:r>
          </a:p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«Ижевский техникум экономики управления и права</a:t>
            </a:r>
          </a:p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Удмуртпотребсоюза»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2618E-168A-D719-6E8E-97A41A2CBA36}"/>
              </a:ext>
            </a:extLst>
          </p:cNvPr>
          <p:cNvSpPr txBox="1"/>
          <p:nvPr/>
        </p:nvSpPr>
        <p:spPr>
          <a:xfrm>
            <a:off x="3192349" y="5997145"/>
            <a:ext cx="6096016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Ижевск, 2026</a:t>
            </a:r>
          </a:p>
        </p:txBody>
      </p:sp>
    </p:spTree>
    <p:extLst>
      <p:ext uri="{BB962C8B-B14F-4D97-AF65-F5344CB8AC3E}">
        <p14:creationId xmlns:p14="http://schemas.microsoft.com/office/powerpoint/2010/main" val="1205808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Актуальность 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797408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ru-RU" sz="2800" dirty="0"/>
              <a:t>• </a:t>
            </a:r>
            <a:r>
              <a:rPr sz="2800" dirty="0" err="1"/>
              <a:t>Ведение</a:t>
            </a:r>
            <a:r>
              <a:rPr sz="2800" dirty="0"/>
              <a:t> </a:t>
            </a:r>
            <a:r>
              <a:rPr sz="2800" dirty="0" err="1"/>
              <a:t>учета</a:t>
            </a:r>
            <a:r>
              <a:rPr sz="2800" dirty="0"/>
              <a:t> </a:t>
            </a:r>
            <a:r>
              <a:rPr sz="2800" dirty="0" err="1"/>
              <a:t>вручную</a:t>
            </a:r>
            <a:r>
              <a:rPr sz="2800" dirty="0"/>
              <a:t> </a:t>
            </a:r>
            <a:r>
              <a:rPr sz="2800" dirty="0" err="1"/>
              <a:t>занимает</a:t>
            </a:r>
            <a:r>
              <a:rPr sz="2800" dirty="0"/>
              <a:t> </a:t>
            </a:r>
            <a:r>
              <a:rPr sz="2800" dirty="0" err="1"/>
              <a:t>много</a:t>
            </a:r>
            <a:r>
              <a:rPr sz="2800" dirty="0"/>
              <a:t> </a:t>
            </a:r>
            <a:r>
              <a:rPr sz="2800" dirty="0" err="1"/>
              <a:t>времени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• </a:t>
            </a:r>
            <a:r>
              <a:rPr sz="2800" dirty="0" err="1"/>
              <a:t>Возможны</a:t>
            </a:r>
            <a:r>
              <a:rPr sz="2800" dirty="0"/>
              <a:t> </a:t>
            </a:r>
            <a:r>
              <a:rPr sz="2800" dirty="0" err="1"/>
              <a:t>ошибки</a:t>
            </a:r>
            <a:r>
              <a:rPr sz="2800" dirty="0"/>
              <a:t> </a:t>
            </a:r>
            <a:r>
              <a:rPr sz="2800" dirty="0" err="1"/>
              <a:t>при</a:t>
            </a:r>
            <a:r>
              <a:rPr sz="2800" dirty="0"/>
              <a:t> </a:t>
            </a:r>
            <a:r>
              <a:rPr sz="2800" dirty="0" err="1"/>
              <a:t>оформлении</a:t>
            </a:r>
            <a:r>
              <a:rPr sz="2800" dirty="0"/>
              <a:t> </a:t>
            </a:r>
            <a:r>
              <a:rPr sz="2800" dirty="0" err="1"/>
              <a:t>проката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• </a:t>
            </a:r>
            <a:r>
              <a:rPr sz="2800" dirty="0" err="1"/>
              <a:t>Сложно</a:t>
            </a:r>
            <a:r>
              <a:rPr sz="2800" dirty="0"/>
              <a:t> </a:t>
            </a:r>
            <a:r>
              <a:rPr sz="2800" dirty="0" err="1"/>
              <a:t>быстро</a:t>
            </a:r>
            <a:r>
              <a:rPr sz="2800" dirty="0"/>
              <a:t> </a:t>
            </a:r>
            <a:r>
              <a:rPr sz="2800" dirty="0" err="1"/>
              <a:t>найти</a:t>
            </a:r>
            <a:r>
              <a:rPr sz="2800" dirty="0"/>
              <a:t> </a:t>
            </a:r>
            <a:r>
              <a:rPr sz="2800" dirty="0" err="1"/>
              <a:t>нужную</a:t>
            </a:r>
            <a:r>
              <a:rPr sz="2800" dirty="0"/>
              <a:t> </a:t>
            </a:r>
            <a:r>
              <a:rPr sz="2800" dirty="0" err="1"/>
              <a:t>информацию</a:t>
            </a:r>
            <a:r>
              <a:rPr sz="2800" dirty="0"/>
              <a:t>.</a:t>
            </a:r>
          </a:p>
          <a:p>
            <a:pPr>
              <a:defRPr sz="2000"/>
            </a:pPr>
            <a:r>
              <a:rPr sz="2800" dirty="0"/>
              <a:t>• </a:t>
            </a:r>
            <a:r>
              <a:rPr sz="2800" dirty="0" err="1"/>
              <a:t>Автоматизация</a:t>
            </a:r>
            <a:r>
              <a:rPr sz="2800" dirty="0"/>
              <a:t> </a:t>
            </a:r>
            <a:r>
              <a:rPr sz="2800" dirty="0" err="1"/>
              <a:t>повышает</a:t>
            </a:r>
            <a:r>
              <a:rPr sz="2800" dirty="0"/>
              <a:t> </a:t>
            </a:r>
            <a:r>
              <a:rPr sz="2800" dirty="0" err="1"/>
              <a:t>скорость</a:t>
            </a:r>
            <a:r>
              <a:rPr sz="2800" dirty="0"/>
              <a:t> и </a:t>
            </a:r>
            <a:r>
              <a:rPr sz="2800" dirty="0" err="1"/>
              <a:t>качество</a:t>
            </a:r>
            <a:r>
              <a:rPr sz="2800" dirty="0"/>
              <a:t> </a:t>
            </a:r>
            <a:r>
              <a:rPr sz="2800" dirty="0" err="1"/>
              <a:t>работы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85216"/>
            <a:ext cx="11406799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sz="2400" dirty="0" err="1">
                <a:cs typeface="Arial" panose="020B0604020202020204" pitchFamily="34" charset="0"/>
              </a:rPr>
              <a:t>Цель</a:t>
            </a:r>
            <a:r>
              <a:rPr sz="2400" dirty="0">
                <a:cs typeface="Arial" panose="020B0604020202020204" pitchFamily="34" charset="0"/>
              </a:rPr>
              <a:t>: </a:t>
            </a:r>
            <a:br>
              <a:rPr lang="ru-RU" sz="2400" dirty="0">
                <a:cs typeface="Arial" panose="020B0604020202020204" pitchFamily="34" charset="0"/>
              </a:rPr>
            </a:br>
            <a:r>
              <a:rPr sz="2400" dirty="0" err="1">
                <a:cs typeface="Arial" panose="020B0604020202020204" pitchFamily="34" charset="0"/>
              </a:rPr>
              <a:t>разработать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информационную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систему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для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пункта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проката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оборудования</a:t>
            </a:r>
            <a:r>
              <a:rPr sz="2400" dirty="0">
                <a:cs typeface="Arial" panose="020B0604020202020204" pitchFamily="34" charset="0"/>
              </a:rPr>
              <a:t>.</a:t>
            </a:r>
          </a:p>
          <a:p>
            <a:pPr>
              <a:defRPr sz="2000"/>
            </a:pPr>
            <a:endParaRPr sz="2400" dirty="0">
              <a:cs typeface="Arial" panose="020B0604020202020204" pitchFamily="34" charset="0"/>
            </a:endParaRPr>
          </a:p>
          <a:p>
            <a:pPr>
              <a:defRPr sz="2000"/>
            </a:pPr>
            <a:r>
              <a:rPr sz="2400" dirty="0" err="1">
                <a:cs typeface="Arial" panose="020B0604020202020204" pitchFamily="34" charset="0"/>
              </a:rPr>
              <a:t>Задачи</a:t>
            </a:r>
            <a:r>
              <a:rPr sz="2400" dirty="0">
                <a:cs typeface="Arial" panose="020B0604020202020204" pitchFamily="34" charset="0"/>
              </a:rPr>
              <a:t>:</a:t>
            </a:r>
          </a:p>
          <a:p>
            <a:pPr>
              <a:defRPr sz="2000"/>
            </a:pPr>
            <a:r>
              <a:rPr sz="2400" dirty="0">
                <a:cs typeface="Arial" panose="020B0604020202020204" pitchFamily="34" charset="0"/>
              </a:rPr>
              <a:t>• </a:t>
            </a:r>
            <a:r>
              <a:rPr sz="2400" dirty="0" err="1">
                <a:cs typeface="Arial" panose="020B0604020202020204" pitchFamily="34" charset="0"/>
              </a:rPr>
              <a:t>разработать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базу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данных</a:t>
            </a:r>
            <a:r>
              <a:rPr sz="2400" dirty="0">
                <a:cs typeface="Arial" panose="020B0604020202020204" pitchFamily="34" charset="0"/>
              </a:rPr>
              <a:t>;</a:t>
            </a:r>
          </a:p>
          <a:p>
            <a:pPr>
              <a:defRPr sz="2000"/>
            </a:pPr>
            <a:r>
              <a:rPr sz="2400" dirty="0">
                <a:cs typeface="Arial" panose="020B0604020202020204" pitchFamily="34" charset="0"/>
              </a:rPr>
              <a:t>• </a:t>
            </a:r>
            <a:r>
              <a:rPr sz="2400" dirty="0" err="1">
                <a:cs typeface="Arial" panose="020B0604020202020204" pitchFamily="34" charset="0"/>
              </a:rPr>
              <a:t>создать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удобный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интерфейс</a:t>
            </a:r>
            <a:r>
              <a:rPr sz="2400" dirty="0">
                <a:cs typeface="Arial" panose="020B0604020202020204" pitchFamily="34" charset="0"/>
              </a:rPr>
              <a:t>;</a:t>
            </a:r>
          </a:p>
          <a:p>
            <a:pPr>
              <a:defRPr sz="2000"/>
            </a:pPr>
            <a:r>
              <a:rPr sz="2400" dirty="0">
                <a:cs typeface="Arial" panose="020B0604020202020204" pitchFamily="34" charset="0"/>
              </a:rPr>
              <a:t>• </a:t>
            </a:r>
            <a:r>
              <a:rPr sz="2400" dirty="0" err="1">
                <a:cs typeface="Arial" panose="020B0604020202020204" pitchFamily="34" charset="0"/>
              </a:rPr>
              <a:t>реализовать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авторизацию</a:t>
            </a:r>
            <a:r>
              <a:rPr sz="2400" dirty="0">
                <a:cs typeface="Arial" panose="020B0604020202020204" pitchFamily="34" charset="0"/>
              </a:rPr>
              <a:t>;</a:t>
            </a:r>
            <a:endParaRPr lang="ru-RU" sz="2400" dirty="0">
              <a:cs typeface="Arial" panose="020B0604020202020204" pitchFamily="34" charset="0"/>
            </a:endParaRPr>
          </a:p>
          <a:p>
            <a:pPr>
              <a:defRPr sz="2000"/>
            </a:pPr>
            <a:r>
              <a:rPr lang="ru-RU" sz="2400" dirty="0">
                <a:cs typeface="Arial" panose="020B0604020202020204" pitchFamily="34" charset="0"/>
              </a:rPr>
              <a:t>• </a:t>
            </a:r>
            <a:r>
              <a:rPr sz="2400" dirty="0" err="1">
                <a:cs typeface="Arial" panose="020B0604020202020204" pitchFamily="34" charset="0"/>
              </a:rPr>
              <a:t>добавить</a:t>
            </a:r>
            <a:r>
              <a:rPr sz="2400" dirty="0">
                <a:cs typeface="Arial" panose="020B0604020202020204" pitchFamily="34" charset="0"/>
              </a:rPr>
              <a:t> </a:t>
            </a:r>
            <a:r>
              <a:rPr sz="2400" dirty="0" err="1">
                <a:cs typeface="Arial" panose="020B0604020202020204" pitchFamily="34" charset="0"/>
              </a:rPr>
              <a:t>поиск</a:t>
            </a:r>
            <a:r>
              <a:rPr sz="2400" dirty="0">
                <a:cs typeface="Arial" panose="020B0604020202020204" pitchFamily="34" charset="0"/>
              </a:rPr>
              <a:t> и </a:t>
            </a:r>
            <a:r>
              <a:rPr sz="2400" dirty="0" err="1">
                <a:cs typeface="Arial" panose="020B0604020202020204" pitchFamily="34" charset="0"/>
              </a:rPr>
              <a:t>работу</a:t>
            </a:r>
            <a:r>
              <a:rPr sz="2400" dirty="0">
                <a:cs typeface="Arial" panose="020B0604020202020204" pitchFamily="34" charset="0"/>
              </a:rPr>
              <a:t> с </a:t>
            </a:r>
            <a:r>
              <a:rPr sz="2400" dirty="0" err="1">
                <a:cs typeface="Arial" panose="020B0604020202020204" pitchFamily="34" charset="0"/>
              </a:rPr>
              <a:t>данными</a:t>
            </a:r>
            <a:r>
              <a:rPr sz="2400" dirty="0">
                <a:cs typeface="Arial" panose="020B0604020202020204" pitchFamily="34" charset="0"/>
              </a:rPr>
              <a:t>.</a:t>
            </a:r>
            <a:endParaRPr lang="ru-RU" sz="2400" dirty="0">
              <a:cs typeface="Arial" panose="020B0604020202020204" pitchFamily="34" charset="0"/>
            </a:endParaRPr>
          </a:p>
          <a:p>
            <a:pPr>
              <a:defRPr sz="2000"/>
            </a:pPr>
            <a:endParaRPr lang="ru-RU" sz="2400" dirty="0">
              <a:cs typeface="Arial" panose="020B0604020202020204" pitchFamily="34" charset="0"/>
            </a:endParaRPr>
          </a:p>
          <a:p>
            <a:r>
              <a:rPr lang="ru-RU" sz="2400" dirty="0">
                <a:cs typeface="Arial" panose="020B0604020202020204" pitchFamily="34" charset="0"/>
              </a:rPr>
              <a:t>Объект исследования: </a:t>
            </a:r>
            <a:br>
              <a:rPr lang="ru-RU" sz="2400" dirty="0">
                <a:cs typeface="Arial" panose="020B0604020202020204" pitchFamily="34" charset="0"/>
              </a:rPr>
            </a:br>
            <a:r>
              <a:rPr lang="ru-RU" sz="2400" dirty="0">
                <a:cs typeface="Arial" panose="020B0604020202020204" pitchFamily="34" charset="0"/>
              </a:rPr>
              <a:t>• информационная система интернет-магазина.</a:t>
            </a:r>
          </a:p>
          <a:p>
            <a:r>
              <a:rPr lang="ru-RU" sz="2400" dirty="0">
                <a:cs typeface="Arial" panose="020B0604020202020204" pitchFamily="34" charset="0"/>
              </a:rPr>
              <a:t>Предмет исследования: </a:t>
            </a:r>
          </a:p>
          <a:p>
            <a:r>
              <a:rPr lang="ru-RU" sz="2400" dirty="0">
                <a:cs typeface="Arial" panose="020B0604020202020204" pitchFamily="34" charset="0"/>
              </a:rPr>
              <a:t>• процесс разработки, сопровождения и обновления информационной системы интернет-магазина</a:t>
            </a:r>
            <a:r>
              <a:rPr lang="ru-RU" sz="2400" dirty="0">
                <a:cs typeface="Times New Roman" panose="02020603050405020304" pitchFamily="18" charset="0"/>
              </a:rPr>
              <a:t>.</a:t>
            </a:r>
            <a:endParaRPr lang="ru-RU" sz="2400" dirty="0">
              <a:solidFill>
                <a:srgbClr val="232832"/>
              </a:solidFill>
              <a:cs typeface="Times New Roman" panose="02020603050405020304" pitchFamily="18" charset="0"/>
            </a:endParaRP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760" y="44495"/>
            <a:ext cx="52840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Схема базы данных в </a:t>
            </a:r>
            <a:r>
              <a:rPr lang="en-US" dirty="0"/>
              <a:t>Microsoft Access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23000" y="914400"/>
            <a:ext cx="5207000" cy="4572000"/>
          </a:xfrm>
          <a:prstGeom prst="roundRect">
            <a:avLst/>
          </a:prstGeom>
          <a:solidFill>
            <a:srgbClr val="DCE6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B5A66-C357-EB43-9432-30FF9B8B1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834273"/>
            <a:ext cx="7154271" cy="47322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797C6C-41B6-D66B-08CE-E40033C849E0}"/>
              </a:ext>
            </a:extLst>
          </p:cNvPr>
          <p:cNvSpPr txBox="1"/>
          <p:nvPr/>
        </p:nvSpPr>
        <p:spPr>
          <a:xfrm>
            <a:off x="558800" y="1257300"/>
            <a:ext cx="32131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ru-RU" sz="2400" dirty="0"/>
              <a:t>База данных содержит таблицы:</a:t>
            </a:r>
          </a:p>
          <a:p>
            <a:pPr>
              <a:defRPr sz="2000"/>
            </a:pPr>
            <a:r>
              <a:rPr lang="ru-RU" sz="2400" dirty="0"/>
              <a:t>• Клиенты</a:t>
            </a:r>
          </a:p>
          <a:p>
            <a:pPr>
              <a:defRPr sz="2000"/>
            </a:pPr>
            <a:r>
              <a:rPr lang="ru-RU" sz="2400" dirty="0"/>
              <a:t>• Оборудование</a:t>
            </a:r>
          </a:p>
          <a:p>
            <a:pPr>
              <a:defRPr sz="2000"/>
            </a:pPr>
            <a:r>
              <a:rPr lang="ru-RU" sz="2400" dirty="0"/>
              <a:t>• Категории</a:t>
            </a:r>
          </a:p>
          <a:p>
            <a:pPr>
              <a:defRPr sz="2000"/>
            </a:pPr>
            <a:r>
              <a:rPr lang="ru-RU" sz="2400" dirty="0"/>
              <a:t>• Аренда</a:t>
            </a:r>
            <a:endParaRPr lang="en-US" sz="2400" dirty="0"/>
          </a:p>
          <a:p>
            <a:pPr>
              <a:defRPr sz="2000"/>
            </a:pPr>
            <a:br>
              <a:rPr lang="ru-RU" sz="2400" dirty="0"/>
            </a:br>
            <a:r>
              <a:rPr lang="ru-RU" sz="2400" dirty="0"/>
              <a:t>Все данные хранятся в одном файле </a:t>
            </a:r>
            <a:r>
              <a:rPr lang="en-US" sz="2400" dirty="0"/>
              <a:t>Microsoft </a:t>
            </a:r>
            <a:r>
              <a:rPr lang="ru-RU" sz="2400" dirty="0"/>
              <a:t>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7120"/>
            <a:ext cx="38951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Регистрация и Авторизация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AD1EBE-7E2A-9C44-5846-AC46F627F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937" y="3218464"/>
            <a:ext cx="4191585" cy="32675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0BC390-7B68-DACE-F9AE-E6D15C442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303" y="520785"/>
            <a:ext cx="5868219" cy="2638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EDC408-1361-8EC4-0665-0993879F633E}"/>
              </a:ext>
            </a:extLst>
          </p:cNvPr>
          <p:cNvSpPr txBox="1"/>
          <p:nvPr/>
        </p:nvSpPr>
        <p:spPr>
          <a:xfrm>
            <a:off x="365760" y="914400"/>
            <a:ext cx="48920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Авторизация происходит с помощью логина и пароля.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Для того чтоб зарегистрироваться нужно придумать логин и пароль если есть необходимость зайти через Администратора вам нужен специальный код.</a:t>
            </a:r>
            <a:br>
              <a:rPr lang="ru-RU" sz="2400" dirty="0"/>
            </a:br>
            <a:br>
              <a:rPr lang="ru-RU" sz="2400" dirty="0"/>
            </a:br>
            <a:r>
              <a:rPr lang="ru-RU" sz="2400" dirty="0"/>
              <a:t>После регистрации открывается основная форма.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7715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Окно пользователя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81940" y="940725"/>
            <a:ext cx="38582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ru-RU" sz="2400" dirty="0"/>
              <a:t>После того как пользователь пройдет авторизацию ему будет доступен просмотр</a:t>
            </a:r>
            <a:r>
              <a:rPr lang="en-US" sz="2400" dirty="0"/>
              <a:t>, </a:t>
            </a:r>
            <a:r>
              <a:rPr lang="ru-RU" sz="2400" dirty="0"/>
              <a:t>поиск, обновление таблицы  также просмотр свободного на сегодняшний день оборудования. </a:t>
            </a:r>
            <a:endParaRPr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97F88B-26BC-BA00-0FBC-FD0A89553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260" y="672261"/>
            <a:ext cx="7239687" cy="3963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5259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7120"/>
            <a:ext cx="53439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Выбор всех свободных оборудований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F9D5283-65EF-BE2C-29CD-FBD5233B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909" y="567120"/>
            <a:ext cx="8109784" cy="44755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924FC4-4118-3B63-F8C4-DF40CADC2458}"/>
              </a:ext>
            </a:extLst>
          </p:cNvPr>
          <p:cNvSpPr txBox="1"/>
          <p:nvPr/>
        </p:nvSpPr>
        <p:spPr>
          <a:xfrm>
            <a:off x="365760" y="1117600"/>
            <a:ext cx="334264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 нажатии на кнопку «Все свободное оборудование» пользователю выводятся  все данные с таблицы Аренда со статусом «Свободно».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1546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Админ-панель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3D5A4A-C763-63B4-0AEF-0E36F872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025" y="609728"/>
            <a:ext cx="6507927" cy="3542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8CE662-6F87-6061-7957-7B54E673D242}"/>
              </a:ext>
            </a:extLst>
          </p:cNvPr>
          <p:cNvSpPr txBox="1"/>
          <p:nvPr/>
        </p:nvSpPr>
        <p:spPr>
          <a:xfrm>
            <a:off x="365760" y="1244600"/>
            <a:ext cx="505170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Административная панель предназначена для управления пунктом проката.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Администратор может добавить новую строку в таблицу, удалить строку, обновить таблицу, сохранить изменения таблицы, так же администратору доступы </a:t>
            </a:r>
            <a:r>
              <a:rPr lang="ru-RU" sz="2400" dirty="0" err="1"/>
              <a:t>талблицы</a:t>
            </a:r>
            <a:r>
              <a:rPr lang="ru-RU" sz="2400" dirty="0"/>
              <a:t> «</a:t>
            </a:r>
            <a:r>
              <a:rPr lang="en-US" sz="2400" dirty="0"/>
              <a:t>Users</a:t>
            </a:r>
            <a:r>
              <a:rPr lang="ru-RU" sz="2400" dirty="0"/>
              <a:t>»</a:t>
            </a:r>
            <a:r>
              <a:rPr lang="en-US" sz="2400" dirty="0"/>
              <a:t>,</a:t>
            </a:r>
            <a:endParaRPr lang="ru-RU" sz="2400" dirty="0"/>
          </a:p>
          <a:p>
            <a:r>
              <a:rPr lang="en-US" sz="2400" dirty="0"/>
              <a:t> </a:t>
            </a:r>
            <a:r>
              <a:rPr lang="ru-RU" sz="2400" dirty="0"/>
              <a:t>«Клиенты» где хранятся данные аккаунтов, данные клиентов пункта проката.</a:t>
            </a:r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0D38-8C4C-E491-6CB6-7719AC63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9C292-977A-458F-5CF3-B81EE1ED9638}"/>
              </a:ext>
            </a:extLst>
          </p:cNvPr>
          <p:cNvSpPr/>
          <p:nvPr/>
        </p:nvSpPr>
        <p:spPr>
          <a:xfrm>
            <a:off x="-127" y="0"/>
            <a:ext cx="12188952" cy="500000"/>
          </a:xfrm>
          <a:prstGeom prst="rect">
            <a:avLst/>
          </a:prstGeom>
          <a:solidFill>
            <a:srgbClr val="1E5AAA"/>
          </a:solidFill>
          <a:ln>
            <a:solidFill>
              <a:srgbClr val="1E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09B82-1583-C701-A672-0BDD440C91F4}"/>
              </a:ext>
            </a:extLst>
          </p:cNvPr>
          <p:cNvSpPr txBox="1"/>
          <p:nvPr/>
        </p:nvSpPr>
        <p:spPr>
          <a:xfrm>
            <a:off x="365760" y="109728"/>
            <a:ext cx="18341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ru-RU" dirty="0"/>
              <a:t>Заключение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0DDD7-3B41-C70C-A5E7-155BE40C9765}"/>
              </a:ext>
            </a:extLst>
          </p:cNvPr>
          <p:cNvSpPr txBox="1"/>
          <p:nvPr/>
        </p:nvSpPr>
        <p:spPr>
          <a:xfrm>
            <a:off x="365760" y="1244600"/>
            <a:ext cx="8041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ходе выполнения курсовой работы была разработана автоматизированная информационная система для пункта проката оборудования. 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Программа позволяет работать с базой данных Microsoft Access, выполнять поиск, добавлять, изменять и удалять записи, а также использовать авторизацию пользователей с разграничением прав доступа. 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Разработанная система упрощает ведение учета и делает работу сотрудников более удобной и быстрой. Поставленная цель работы была полностью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143181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3900" y="1699260"/>
            <a:ext cx="6781023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5400" dirty="0" err="1"/>
              <a:t>Спасибо</a:t>
            </a:r>
            <a:r>
              <a:rPr sz="5400" dirty="0"/>
              <a:t> </a:t>
            </a:r>
            <a:r>
              <a:rPr sz="5400" dirty="0" err="1"/>
              <a:t>за</a:t>
            </a:r>
            <a:r>
              <a:rPr sz="5400" dirty="0"/>
              <a:t> </a:t>
            </a:r>
            <a:r>
              <a:rPr sz="5400" dirty="0" err="1"/>
              <a:t>внимание</a:t>
            </a:r>
            <a:r>
              <a:rPr sz="5400" dirty="0"/>
              <a:t>!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6CC3-A05F-CB72-EEDA-87B3BCF03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A8256-4385-5A69-C7D4-7225D0DA0400}"/>
              </a:ext>
            </a:extLst>
          </p:cNvPr>
          <p:cNvSpPr txBox="1">
            <a:spLocks/>
          </p:cNvSpPr>
          <p:nvPr/>
        </p:nvSpPr>
        <p:spPr>
          <a:xfrm>
            <a:off x="1850518" y="1912675"/>
            <a:ext cx="9141619" cy="238697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ru-R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Автоматизированная информационная система пункта проката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1593AA-1051-4BF7-7483-3AAE17C4EFED}"/>
              </a:ext>
            </a:extLst>
          </p:cNvPr>
          <p:cNvSpPr txBox="1">
            <a:spLocks/>
          </p:cNvSpPr>
          <p:nvPr/>
        </p:nvSpPr>
        <p:spPr>
          <a:xfrm>
            <a:off x="7962900" y="4463980"/>
            <a:ext cx="4035143" cy="1368837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 31-9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79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Шампаров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Кирилл Михайлович</a:t>
            </a:r>
          </a:p>
          <a:p>
            <a:pPr marL="0" indent="0" algn="r">
              <a:buNone/>
            </a:pP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Шадрина Арина Юрьевна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F2182-37BC-2E55-0BA5-38B3EE5D7975}"/>
              </a:ext>
            </a:extLst>
          </p:cNvPr>
          <p:cNvSpPr txBox="1"/>
          <p:nvPr/>
        </p:nvSpPr>
        <p:spPr>
          <a:xfrm>
            <a:off x="3298199" y="120990"/>
            <a:ext cx="6096016" cy="923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Профессиональное образовательное  частное учреждение</a:t>
            </a:r>
          </a:p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«Ижевский техникум экономики управления и права</a:t>
            </a:r>
          </a:p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Удмуртпотребсоюза»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61FA0-5BD8-784D-9392-F06087B1EFC4}"/>
              </a:ext>
            </a:extLst>
          </p:cNvPr>
          <p:cNvSpPr txBox="1"/>
          <p:nvPr/>
        </p:nvSpPr>
        <p:spPr>
          <a:xfrm>
            <a:off x="3192349" y="5997145"/>
            <a:ext cx="6096016" cy="36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7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Ижевск, 2026</a:t>
            </a:r>
          </a:p>
        </p:txBody>
      </p:sp>
    </p:spTree>
    <p:extLst>
      <p:ext uri="{BB962C8B-B14F-4D97-AF65-F5344CB8AC3E}">
        <p14:creationId xmlns:p14="http://schemas.microsoft.com/office/powerpoint/2010/main" val="27820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415</Words>
  <Application>Microsoft Office PowerPoint</Application>
  <PresentationFormat>Произвольный</PresentationFormat>
  <Paragraphs>58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Жмых Дмитрий</cp:lastModifiedBy>
  <cp:revision>3</cp:revision>
  <dcterms:created xsi:type="dcterms:W3CDTF">2013-01-27T09:14:16Z</dcterms:created>
  <dcterms:modified xsi:type="dcterms:W3CDTF">2026-06-30T20:33:32Z</dcterms:modified>
  <cp:category/>
</cp:coreProperties>
</file>